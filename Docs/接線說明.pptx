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預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920" cy="67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2726280"/>
            <a:ext cx="9070920" cy="48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064AAD-EF14-402A-ACD6-1F6C27F91A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092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zh-TW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zh-TW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請按這裡編輯題名文字格式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28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&lt;頁尾&gt;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4C773D8-9573-4E6A-BA53-DFAF696D6F6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&lt;編號&gt;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560" cy="389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&lt;日期/時間&gt;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請按這裡編輯大綱文字格式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第二個大綱層次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第三個大綱層次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TW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第七個大綱層次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540360" y="2349360"/>
            <a:ext cx="179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NodeMCU-32S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3180240" y="2349360"/>
            <a:ext cx="143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L298N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馬達驅動板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8100000" y="2349360"/>
            <a:ext cx="143964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DC 5V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行動電源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60000" y="378000"/>
            <a:ext cx="2159280" cy="899280"/>
          </a:xfrm>
          <a:custGeom>
            <a:avLst/>
            <a:gdLst>
              <a:gd name="textAreaLeft" fmla="*/ 299880 w 2159280"/>
              <a:gd name="textAreaRight" fmla="*/ 1711080 w 2159280"/>
              <a:gd name="textAreaTop" fmla="*/ 138240 h 899280"/>
              <a:gd name="textAreaBottom" fmla="*/ 722160 h 899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</a:path>
              <a:path fill="none" w="21600" h="21600"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</a:path>
              <a:path fill="none" w="21600" h="21600"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</a:path>
              <a:path fill="none" w="21600" h="21600"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</a:path>
              <a:path fill="none" w="21600" h="21600"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</a:path>
              <a:path fill="none" w="21600" h="21600"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</a:path>
              <a:path fill="none" w="21600" h="21600"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</a:path>
              <a:path fill="none" w="21600" h="21600"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</a:path>
              <a:path fill="none" w="21600" h="21600"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</a:path>
              <a:path fill="none" w="21600" h="21600"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</a:path>
              <a:path fill="none" w="21600" h="21600"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</a:path>
              <a:path fill="none" w="21600" h="21600"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 Server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" name=""/>
          <p:cNvGrpSpPr/>
          <p:nvPr/>
        </p:nvGrpSpPr>
        <p:grpSpPr>
          <a:xfrm>
            <a:off x="3780720" y="306000"/>
            <a:ext cx="719280" cy="1043280"/>
            <a:chOff x="3780720" y="306000"/>
            <a:chExt cx="719280" cy="1043280"/>
          </a:xfrm>
        </p:grpSpPr>
        <p:grpSp>
          <p:nvGrpSpPr>
            <p:cNvPr id="14" name=""/>
            <p:cNvGrpSpPr/>
            <p:nvPr/>
          </p:nvGrpSpPr>
          <p:grpSpPr>
            <a:xfrm>
              <a:off x="3780720" y="306000"/>
              <a:ext cx="719280" cy="1043280"/>
              <a:chOff x="3780720" y="306000"/>
              <a:chExt cx="719280" cy="1043280"/>
            </a:xfrm>
          </p:grpSpPr>
          <p:sp>
            <p:nvSpPr>
              <p:cNvPr id="15" name=""/>
              <p:cNvSpPr/>
              <p:nvPr/>
            </p:nvSpPr>
            <p:spPr>
              <a:xfrm rot="10800000">
                <a:off x="3780720" y="629640"/>
                <a:ext cx="719280" cy="719280"/>
              </a:xfrm>
              <a:prstGeom prst="chord">
                <a:avLst>
                  <a:gd name="adj1" fmla="val 0"/>
                  <a:gd name="adj2" fmla="val 10800000"/>
                </a:avLst>
              </a:prstGeom>
              <a:solidFill>
                <a:srgbClr val="FFFFFF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3960000" y="306000"/>
                <a:ext cx="359280" cy="359280"/>
              </a:xfrm>
              <a:prstGeom prst="ellipse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17" name=""/>
          <p:cNvCxnSpPr/>
          <p:nvPr/>
        </p:nvCxnSpPr>
        <p:spPr>
          <a:xfrm>
            <a:off x="2844000" y="827280"/>
            <a:ext cx="659880" cy="108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8" name=""/>
          <p:cNvCxnSpPr/>
          <p:nvPr/>
        </p:nvCxnSpPr>
        <p:spPr>
          <a:xfrm>
            <a:off x="1433880" y="1561320"/>
            <a:ext cx="12600" cy="55944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19" name=""/>
          <p:cNvCxnSpPr/>
          <p:nvPr/>
        </p:nvCxnSpPr>
        <p:spPr>
          <a:xfrm>
            <a:off x="3922560" y="3381480"/>
            <a:ext cx="15840" cy="62676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cxnSp>
        <p:nvCxnSpPr>
          <p:cNvPr id="20" name=""/>
          <p:cNvCxnSpPr/>
          <p:nvPr/>
        </p:nvCxnSpPr>
        <p:spPr>
          <a:xfrm>
            <a:off x="4870080" y="2706120"/>
            <a:ext cx="520560" cy="648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21" name=""/>
          <p:cNvSpPr/>
          <p:nvPr/>
        </p:nvSpPr>
        <p:spPr>
          <a:xfrm>
            <a:off x="5640120" y="2349360"/>
            <a:ext cx="143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5V to 12V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升壓模組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" name=""/>
          <p:cNvCxnSpPr/>
          <p:nvPr/>
        </p:nvCxnSpPr>
        <p:spPr>
          <a:xfrm flipV="1">
            <a:off x="7345080" y="2703960"/>
            <a:ext cx="490320" cy="1044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23" name=""/>
          <p:cNvSpPr/>
          <p:nvPr/>
        </p:nvSpPr>
        <p:spPr>
          <a:xfrm>
            <a:off x="3240000" y="4320000"/>
            <a:ext cx="1439280" cy="71928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DC3V-6V TT</a:t>
            </a:r>
            <a:r>
              <a:rPr lang="zh-TW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馬達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*2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" name=""/>
          <p:cNvCxnSpPr/>
          <p:nvPr/>
        </p:nvCxnSpPr>
        <p:spPr>
          <a:xfrm>
            <a:off x="2520000" y="2706120"/>
            <a:ext cx="520560" cy="6480"/>
          </a:xfrm>
          <a:prstGeom prst="straightConnector1">
            <a:avLst/>
          </a:prstGeom>
          <a:ln w="0">
            <a:solidFill>
              <a:srgbClr val="000000"/>
            </a:solidFill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Application>LibreOffice/26.2.5.2$Windows_X86_64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2026-08-12T10:09:14Z</dcterms:created>
  <dc:creator/>
  <dc:description/>
  <dc:language>zh-TW</dc:language>
  <cp:lastModifiedBy/>
  <dcterms:modified xsi:type="dcterms:W3CDTF">2026-08-13T11:17:19Z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