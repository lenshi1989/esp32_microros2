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預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504000" y="363600"/>
            <a:ext cx="9071280" cy="67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  <a:tabLst>
                <a:tab pos="0" algn="l"/>
              </a:tabLst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504000" y="2726280"/>
            <a:ext cx="9071280" cy="48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C7CC336-F438-4E33-BDA2-F670537A9C0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zh-TW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363600"/>
            <a:ext cx="907128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tabLst>
                <a:tab pos="0" algn="l"/>
              </a:tabLst>
              <a:defRPr lang="zh-TW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zh-TW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請按這裡編輯題名文字格式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E7F5C17-BD2E-4456-8711-3AA90EBEB6D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"/>
          <p:cNvSpPr/>
          <p:nvPr/>
        </p:nvSpPr>
        <p:spPr>
          <a:xfrm>
            <a:off x="540360" y="2520000"/>
            <a:ext cx="1799640" cy="53964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NodeMCU-32S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"/>
          <p:cNvSpPr/>
          <p:nvPr/>
        </p:nvSpPr>
        <p:spPr>
          <a:xfrm>
            <a:off x="3420000" y="2358720"/>
            <a:ext cx="1439640" cy="71964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L298N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zh-TW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馬達驅動板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"/>
          <p:cNvSpPr/>
          <p:nvPr/>
        </p:nvSpPr>
        <p:spPr>
          <a:xfrm>
            <a:off x="8100000" y="2340360"/>
            <a:ext cx="1440000" cy="71964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DC 5V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zh-TW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行動電源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"/>
          <p:cNvSpPr/>
          <p:nvPr/>
        </p:nvSpPr>
        <p:spPr>
          <a:xfrm>
            <a:off x="360000" y="360000"/>
            <a:ext cx="2159640" cy="899640"/>
          </a:xfrm>
          <a:custGeom>
            <a:avLst/>
            <a:gdLst>
              <a:gd name="textAreaLeft" fmla="*/ 299880 w 2159640"/>
              <a:gd name="textAreaRight" fmla="*/ 1711080 w 2159640"/>
              <a:gd name="textAreaTop" fmla="*/ 138240 h 899640"/>
              <a:gd name="textAreaBottom" fmla="*/ 722160 h 899640"/>
            </a:gdLst>
            <a:ahLst/>
            <a:cxnLst/>
            <a:rect l="textAreaLeft" t="textAreaTop" r="textAreaRight" b="textAreaBottom"/>
            <a:pathLst>
              <a:path w="21600" h="21600">
                <a:moveTo>
                  <a:pt x="1930" y="7160"/>
                </a:moveTo>
                <a:cubicBezTo>
                  <a:pt x="1530" y="4490"/>
                  <a:pt x="3400" y="1970"/>
                  <a:pt x="5270" y="1970"/>
                </a:cubicBezTo>
                <a:cubicBezTo>
                  <a:pt x="5860" y="1950"/>
                  <a:pt x="6470" y="2210"/>
                  <a:pt x="6970" y="2600"/>
                </a:cubicBezTo>
                <a:cubicBezTo>
                  <a:pt x="7450" y="1390"/>
                  <a:pt x="8340" y="650"/>
                  <a:pt x="9340" y="650"/>
                </a:cubicBezTo>
                <a:cubicBezTo>
                  <a:pt x="10004" y="690"/>
                  <a:pt x="10710" y="1050"/>
                  <a:pt x="11210" y="1700"/>
                </a:cubicBezTo>
                <a:cubicBezTo>
                  <a:pt x="11570" y="630"/>
                  <a:pt x="12330" y="0"/>
                  <a:pt x="13150" y="0"/>
                </a:cubicBezTo>
                <a:cubicBezTo>
                  <a:pt x="13840" y="0"/>
                  <a:pt x="14470" y="460"/>
                  <a:pt x="14870" y="1160"/>
                </a:cubicBezTo>
                <a:cubicBezTo>
                  <a:pt x="15330" y="440"/>
                  <a:pt x="16020" y="0"/>
                  <a:pt x="16740" y="0"/>
                </a:cubicBezTo>
                <a:cubicBezTo>
                  <a:pt x="17910" y="0"/>
                  <a:pt x="18900" y="1130"/>
                  <a:pt x="19110" y="2710"/>
                </a:cubicBezTo>
                <a:cubicBezTo>
                  <a:pt x="20240" y="3150"/>
                  <a:pt x="21060" y="4580"/>
                  <a:pt x="21060" y="6220"/>
                </a:cubicBezTo>
                <a:cubicBezTo>
                  <a:pt x="21060" y="6720"/>
                  <a:pt x="21000" y="7200"/>
                  <a:pt x="20830" y="7660"/>
                </a:cubicBezTo>
                <a:cubicBezTo>
                  <a:pt x="21310" y="8460"/>
                  <a:pt x="21600" y="9450"/>
                  <a:pt x="21600" y="10460"/>
                </a:cubicBezTo>
                <a:cubicBezTo>
                  <a:pt x="21600" y="12750"/>
                  <a:pt x="20310" y="14680"/>
                  <a:pt x="18650" y="15010"/>
                </a:cubicBezTo>
                <a:cubicBezTo>
                  <a:pt x="18650" y="17200"/>
                  <a:pt x="17370" y="18920"/>
                  <a:pt x="15770" y="18920"/>
                </a:cubicBezTo>
                <a:cubicBezTo>
                  <a:pt x="15220" y="18920"/>
                  <a:pt x="14700" y="18710"/>
                  <a:pt x="14240" y="18310"/>
                </a:cubicBezTo>
                <a:cubicBezTo>
                  <a:pt x="13820" y="20240"/>
                  <a:pt x="12490" y="21600"/>
                  <a:pt x="11000" y="21600"/>
                </a:cubicBezTo>
                <a:cubicBezTo>
                  <a:pt x="9890" y="21600"/>
                  <a:pt x="8840" y="20790"/>
                  <a:pt x="8210" y="19510"/>
                </a:cubicBezTo>
                <a:cubicBezTo>
                  <a:pt x="7620" y="20000"/>
                  <a:pt x="7930" y="20290"/>
                  <a:pt x="6240" y="20290"/>
                </a:cubicBezTo>
                <a:cubicBezTo>
                  <a:pt x="4850" y="20290"/>
                  <a:pt x="3570" y="19280"/>
                  <a:pt x="2900" y="17640"/>
                </a:cubicBezTo>
                <a:cubicBezTo>
                  <a:pt x="1300" y="17600"/>
                  <a:pt x="480" y="16300"/>
                  <a:pt x="480" y="14660"/>
                </a:cubicBezTo>
                <a:cubicBezTo>
                  <a:pt x="480" y="13900"/>
                  <a:pt x="690" y="13210"/>
                  <a:pt x="1070" y="12640"/>
                </a:cubicBezTo>
                <a:cubicBezTo>
                  <a:pt x="380" y="12160"/>
                  <a:pt x="0" y="11210"/>
                  <a:pt x="0" y="10120"/>
                </a:cubicBezTo>
                <a:cubicBezTo>
                  <a:pt x="0" y="8590"/>
                  <a:pt x="840" y="7330"/>
                  <a:pt x="1930" y="7160"/>
                </a:cubicBezTo>
                <a:close/>
              </a:path>
              <a:path fill="none" w="21600" h="21600">
                <a:moveTo>
                  <a:pt x="1930" y="7160"/>
                </a:moveTo>
                <a:cubicBezTo>
                  <a:pt x="1950" y="7410"/>
                  <a:pt x="2040" y="7690"/>
                  <a:pt x="2090" y="7920"/>
                </a:cubicBezTo>
              </a:path>
              <a:path fill="none" w="21600" h="21600">
                <a:moveTo>
                  <a:pt x="6970" y="2600"/>
                </a:moveTo>
                <a:cubicBezTo>
                  <a:pt x="7200" y="2790"/>
                  <a:pt x="7480" y="3050"/>
                  <a:pt x="7670" y="3310"/>
                </a:cubicBezTo>
              </a:path>
              <a:path fill="none" w="21600" h="21600">
                <a:moveTo>
                  <a:pt x="11210" y="1700"/>
                </a:moveTo>
                <a:cubicBezTo>
                  <a:pt x="11130" y="1910"/>
                  <a:pt x="11080" y="2160"/>
                  <a:pt x="11030" y="2400"/>
                </a:cubicBezTo>
              </a:path>
              <a:path fill="none" w="21600" h="21600">
                <a:moveTo>
                  <a:pt x="14870" y="1160"/>
                </a:moveTo>
                <a:cubicBezTo>
                  <a:pt x="14720" y="1400"/>
                  <a:pt x="14640" y="1720"/>
                  <a:pt x="14540" y="2010"/>
                </a:cubicBezTo>
              </a:path>
              <a:path fill="none" w="21600" h="21600">
                <a:moveTo>
                  <a:pt x="19110" y="2710"/>
                </a:moveTo>
                <a:cubicBezTo>
                  <a:pt x="19130" y="2890"/>
                  <a:pt x="19230" y="3290"/>
                  <a:pt x="19190" y="3380"/>
                </a:cubicBezTo>
              </a:path>
              <a:path fill="none" w="21600" h="21600">
                <a:moveTo>
                  <a:pt x="20830" y="7660"/>
                </a:moveTo>
                <a:cubicBezTo>
                  <a:pt x="20660" y="8170"/>
                  <a:pt x="20430" y="8620"/>
                  <a:pt x="20110" y="8990"/>
                </a:cubicBezTo>
              </a:path>
              <a:path fill="none" w="21600" h="21600">
                <a:moveTo>
                  <a:pt x="18660" y="15010"/>
                </a:moveTo>
                <a:cubicBezTo>
                  <a:pt x="18740" y="14200"/>
                  <a:pt x="18280" y="12200"/>
                  <a:pt x="17000" y="11450"/>
                </a:cubicBezTo>
              </a:path>
              <a:path fill="none" w="21600" h="21600">
                <a:moveTo>
                  <a:pt x="14240" y="18310"/>
                </a:moveTo>
                <a:cubicBezTo>
                  <a:pt x="14320" y="17980"/>
                  <a:pt x="14350" y="17680"/>
                  <a:pt x="14370" y="17360"/>
                </a:cubicBezTo>
              </a:path>
              <a:path fill="none" w="21600" h="21600">
                <a:moveTo>
                  <a:pt x="8220" y="19510"/>
                </a:moveTo>
                <a:cubicBezTo>
                  <a:pt x="8060" y="19250"/>
                  <a:pt x="7960" y="18950"/>
                  <a:pt x="7860" y="18640"/>
                </a:cubicBezTo>
              </a:path>
              <a:path fill="none" w="21600" h="21600">
                <a:moveTo>
                  <a:pt x="2900" y="17640"/>
                </a:moveTo>
                <a:cubicBezTo>
                  <a:pt x="3090" y="17600"/>
                  <a:pt x="3280" y="17540"/>
                  <a:pt x="3460" y="17450"/>
                </a:cubicBezTo>
              </a:path>
              <a:path fill="none" w="21600" h="21600">
                <a:moveTo>
                  <a:pt x="1070" y="12640"/>
                </a:moveTo>
                <a:cubicBezTo>
                  <a:pt x="1400" y="12900"/>
                  <a:pt x="1780" y="13130"/>
                  <a:pt x="2330" y="13040"/>
                </a:cubicBezTo>
              </a:path>
            </a:pathLst>
          </a:cu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Web Server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" name=""/>
          <p:cNvGrpSpPr/>
          <p:nvPr/>
        </p:nvGrpSpPr>
        <p:grpSpPr>
          <a:xfrm>
            <a:off x="3780360" y="396000"/>
            <a:ext cx="719640" cy="1043640"/>
            <a:chOff x="3780360" y="396000"/>
            <a:chExt cx="719640" cy="1043640"/>
          </a:xfrm>
        </p:grpSpPr>
        <p:grpSp>
          <p:nvGrpSpPr>
            <p:cNvPr id="13" name=""/>
            <p:cNvGrpSpPr/>
            <p:nvPr/>
          </p:nvGrpSpPr>
          <p:grpSpPr>
            <a:xfrm>
              <a:off x="3780360" y="396000"/>
              <a:ext cx="719640" cy="1043640"/>
              <a:chOff x="3780360" y="396000"/>
              <a:chExt cx="719640" cy="1043640"/>
            </a:xfrm>
          </p:grpSpPr>
          <p:sp>
            <p:nvSpPr>
              <p:cNvPr id="14" name=""/>
              <p:cNvSpPr/>
              <p:nvPr/>
            </p:nvSpPr>
            <p:spPr>
              <a:xfrm rot="10800000">
                <a:off x="3780360" y="719640"/>
                <a:ext cx="719640" cy="719640"/>
              </a:xfrm>
              <a:prstGeom prst="chord">
                <a:avLst>
                  <a:gd name="adj1" fmla="val 0"/>
                  <a:gd name="adj2" fmla="val 10800000"/>
                </a:avLst>
              </a:prstGeom>
              <a:solidFill>
                <a:srgbClr val="FFFFFF"/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" name=""/>
              <p:cNvSpPr/>
              <p:nvPr/>
            </p:nvSpPr>
            <p:spPr>
              <a:xfrm>
                <a:off x="3960000" y="396000"/>
                <a:ext cx="359640" cy="359640"/>
              </a:xfrm>
              <a:prstGeom prst="ellipse">
                <a:avLst/>
              </a:prstGeom>
              <a:solidFill>
                <a:srgbClr val="FFFFFF"/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cxnSp>
        <p:nvCxnSpPr>
          <p:cNvPr id="16" name=""/>
          <p:cNvCxnSpPr/>
          <p:nvPr/>
        </p:nvCxnSpPr>
        <p:spPr>
          <a:xfrm>
            <a:off x="2844000" y="828000"/>
            <a:ext cx="659520" cy="720"/>
          </a:xfrm>
          <a:prstGeom prst="straightConnector1">
            <a:avLst/>
          </a:prstGeom>
          <a:ln w="0">
            <a:solidFill>
              <a:srgbClr val="000000"/>
            </a:solidFill>
            <a:headEnd len="med" type="triangle" w="med"/>
            <a:tailEnd len="med" type="triangle" w="med"/>
          </a:ln>
        </p:spPr>
      </p:cxnSp>
      <p:cxnSp>
        <p:nvCxnSpPr>
          <p:cNvPr id="17" name=""/>
          <p:cNvCxnSpPr/>
          <p:nvPr/>
        </p:nvCxnSpPr>
        <p:spPr>
          <a:xfrm>
            <a:off x="1437840" y="1561320"/>
            <a:ext cx="12240" cy="559080"/>
          </a:xfrm>
          <a:prstGeom prst="straightConnector1">
            <a:avLst/>
          </a:prstGeom>
          <a:ln w="0">
            <a:solidFill>
              <a:srgbClr val="000000"/>
            </a:solidFill>
            <a:headEnd len="med" type="triangle" w="med"/>
            <a:tailEnd len="med" type="triangle" w="med"/>
          </a:ln>
        </p:spPr>
      </p:cxnSp>
      <p:cxnSp>
        <p:nvCxnSpPr>
          <p:cNvPr id="18" name=""/>
          <p:cNvCxnSpPr/>
          <p:nvPr/>
        </p:nvCxnSpPr>
        <p:spPr>
          <a:xfrm>
            <a:off x="3944880" y="3513960"/>
            <a:ext cx="15480" cy="626400"/>
          </a:xfrm>
          <a:prstGeom prst="straightConnector1">
            <a:avLst/>
          </a:prstGeom>
          <a:ln w="0">
            <a:solidFill>
              <a:srgbClr val="000000"/>
            </a:solidFill>
            <a:headEnd len="med" type="triangle" w="med"/>
            <a:tailEnd len="med" type="triangle" w="med"/>
          </a:ln>
        </p:spPr>
      </p:cxnSp>
      <p:cxnSp>
        <p:nvCxnSpPr>
          <p:cNvPr id="19" name=""/>
          <p:cNvCxnSpPr/>
          <p:nvPr/>
        </p:nvCxnSpPr>
        <p:spPr>
          <a:xfrm>
            <a:off x="5100840" y="2718000"/>
            <a:ext cx="520200" cy="6120"/>
          </a:xfrm>
          <a:prstGeom prst="straightConnector1">
            <a:avLst/>
          </a:prstGeom>
          <a:ln w="0">
            <a:solidFill>
              <a:srgbClr val="000000"/>
            </a:solidFill>
            <a:headEnd len="med" type="triangle" w="med"/>
            <a:tailEnd len="med" type="triangle" w="med"/>
          </a:ln>
        </p:spPr>
      </p:cxnSp>
      <p:sp>
        <p:nvSpPr>
          <p:cNvPr id="20" name=""/>
          <p:cNvSpPr/>
          <p:nvPr/>
        </p:nvSpPr>
        <p:spPr>
          <a:xfrm>
            <a:off x="5760360" y="2340360"/>
            <a:ext cx="1439640" cy="71964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5V to 12V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zh-TW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升壓模組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" name=""/>
          <p:cNvCxnSpPr/>
          <p:nvPr/>
        </p:nvCxnSpPr>
        <p:spPr>
          <a:xfrm flipV="1">
            <a:off x="7430400" y="2718360"/>
            <a:ext cx="489960" cy="10080"/>
          </a:xfrm>
          <a:prstGeom prst="straightConnector1">
            <a:avLst/>
          </a:prstGeom>
          <a:ln w="0">
            <a:solidFill>
              <a:srgbClr val="000000"/>
            </a:solidFill>
            <a:headEnd len="med" type="triangle" w="med"/>
            <a:tailEnd len="med" type="triangle" w="med"/>
          </a:ln>
        </p:spPr>
      </p:cxnSp>
      <p:sp>
        <p:nvSpPr>
          <p:cNvPr id="22" name=""/>
          <p:cNvSpPr/>
          <p:nvPr/>
        </p:nvSpPr>
        <p:spPr>
          <a:xfrm>
            <a:off x="3240000" y="4320000"/>
            <a:ext cx="1439640" cy="71964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DC3V-6V TT</a:t>
            </a:r>
            <a:r>
              <a:rPr lang="zh-TW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馬達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*2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3" name=""/>
          <p:cNvCxnSpPr/>
          <p:nvPr/>
        </p:nvCxnSpPr>
        <p:spPr>
          <a:xfrm>
            <a:off x="2700000" y="2700000"/>
            <a:ext cx="520200" cy="6120"/>
          </a:xfrm>
          <a:prstGeom prst="straightConnector1">
            <a:avLst/>
          </a:prstGeom>
          <a:ln w="0">
            <a:solidFill>
              <a:srgbClr val="000000"/>
            </a:solidFill>
            <a:headEnd len="med" type="triangle" w="med"/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107</TotalTime>
  <Application>LibreOffice/26.2.5.2$Windows_X86_64 LibreOffice_project/cd7284b4cbbfeb507e630c1aac019f4157393acb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2026-08-12T10:09:14Z</dcterms:created>
  <dc:creator/>
  <dc:description/>
  <dc:language>zh-TW</dc:language>
  <cp:lastModifiedBy/>
  <dcterms:modified xsi:type="dcterms:W3CDTF">2026-08-12T12:29:53Z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